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MERIDIAN FAMILY OFFICE COPILOT · v10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A56"/>
                </a:solidFill>
                <a:latin typeface="Georgia"/>
              </a:rPr>
              <a:t>The tactical-instructions workflow,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How the copilot turns the client's instructions and documents into a proposal — read left to 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88920" cy="265176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1 · CLIENT'S WORDS + DOCS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In plain language, plus statements &amp; research</a:t>
            </a:r>
          </a:p>
          <a:p>
            <a:pPr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"gold below USD 4,000/oz"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"add Nasdaq after a 15–20% pullback"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"buy the bond fund in tranches"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"low fees, good liquidity"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+ statements · research ·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231136"/>
            <a:ext cx="2468880" cy="2395728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2 · ONE PROMPT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Assembled by the copilot: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· Intake parameters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· FACTS  (the only numbers)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· Holdings + statement source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· Research / other documents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· Tactical text (verbatim)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 i="0">
                <a:solidFill>
                  <a:srgbClr val="9C7422"/>
                </a:solidFill>
                <a:latin typeface="Calibri"/>
              </a:rPr>
              <a:t>Editable · copyable · on the Proposal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7" y="3191256"/>
            <a:ext cx="457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553712" cy="932688"/>
          </a:xfrm>
          <a:prstGeom prst="roundRect">
            <a:avLst>
              <a:gd name="adj" fmla="val 8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✨  AI Model writes the narrative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The CIO commentary, shaped by the parameters, documents &amp; instructions.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9992" y="1920240"/>
            <a:ext cx="22677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50">
                <a:solidFill>
                  <a:srgbClr val="9C7422"/>
                </a:solidFill>
                <a:latin typeface="Calibri"/>
              </a:rPr>
              <a:t>GENERATED PROSE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962656"/>
            <a:ext cx="4553712" cy="932688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 w="15875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📊  Deterministic tables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Allocation · drift · rebalance · suitability — computed by the engine.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3054096"/>
            <a:ext cx="245059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40">
                <a:solidFill>
                  <a:srgbClr val="2F6F57"/>
                </a:solidFill>
                <a:latin typeface="Calibri"/>
              </a:rPr>
              <a:t>COMPUTED, NOT INVENTED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096511"/>
            <a:ext cx="4553712" cy="932688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📋  A portable prompt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Copy it into any AI model to reproduce the proposal and compare outputs.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4187951"/>
            <a:ext cx="208483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50">
                <a:solidFill>
                  <a:srgbClr val="838CAD"/>
                </a:solidFill>
                <a:latin typeface="Calibri"/>
              </a:rPr>
              <a:t>TEST ANY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191256"/>
            <a:ext cx="457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5912" cy="914400"/>
          </a:xfrm>
          <a:prstGeom prst="roundRect">
            <a:avLst>
              <a:gd name="adj" fmla="val 5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B0872A"/>
                </a:solidFill>
                <a:latin typeface="Calibri"/>
              </a:rPr>
              <a:t>THE GUARDRAIL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Georgia"/>
              </a:rPr>
              <a:t>The AI Model writes prose only — every figure is computed deterministically by the engine, so nothing is invented. Qualitative claims drawn from the client's documents are context, not independently verified. The UI is model-agnostic — it always reads “AI Model”.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